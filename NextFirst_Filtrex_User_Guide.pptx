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NextFirst Filtrex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Production Management System - User Guide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Application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A comprehensive manufacturing data management and analytics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📊 Real-time production monitoring and data visualization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📈 Advanced reporting and analytics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👥 Role-based user management (Admin &amp; User roles)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🔐 Secure authentication and authorization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⚙️ Production equipment and process data tracking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Application 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Login/Register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2011680"/>
            <a:ext cx="274320" cy="365760"/>
          </a:xfrm>
          <a:prstGeom prst="triangl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560320"/>
            <a:ext cx="2743200" cy="548640"/>
          </a:xfrm>
          <a:prstGeom prst="roundRect">
            <a:avLst/>
          </a:prstGeom>
          <a:solidFill>
            <a:srgbClr val="764BA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3200400"/>
            <a:ext cx="274320" cy="365760"/>
          </a:xfrm>
          <a:prstGeom prst="triangle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3749040"/>
            <a:ext cx="274320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Realtime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Login &amp; Registration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User Authentication: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✦ Login Page: Enter username and password to access the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✦ Registration Page: Create new user account with role selection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✦ Role Options: USER (standard user) or ADMIN (administrator)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✦ Secure authentication with encrypted credentials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✦ Session management and automatic logout on inactivity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Main landing page after login showing key metrics and quick access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Production Summary Cards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Total production 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Daily/weekly 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Equipment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⚡ Real-time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Cycle time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Quality measurements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System alerts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🎯 Quick Navigation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Access to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Realtime data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715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Historical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Real-Time Data Monitor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Live production equipment data display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Production Count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1250 units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Cycle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45.3 seconds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Air Flow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Assembly Height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150.2 mm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Pressure Level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42.5 PSI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840480"/>
            <a:ext cx="33832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OK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Reports &amp; Analytics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Comprehensive reporting features for data analysis: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📋 Parameter Reports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Detailed measurement data for specific production parameters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📊 Production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Summary of production counts, cycle times, and efficiency metrics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📈 Graphical Reports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Visual charts and graphs showing trends and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🎯 Quality Reports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Production quality metrics and pass/fail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📉 Trend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5257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Historical data trends and predictive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Admin Panel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Administrative functions (ADMIN role only):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👥 User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View all registered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Create new user accounts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Assign user roles (USER/ADMIN)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Delete user accounts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Filter and sort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🔐 Permissions &amp; Access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343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Manage role-based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Control feature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983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Audit user activities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User Workspace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Standard user features and access: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📊 View Dashboard: Access to production overview and key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⚡ Real-time Monitoring: Live equipment data and production status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📈 Generate Reports: Create and download various analytical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📋 View Historical Data: Access past production records and trends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🔍 Filter &amp; Search: Find specific data within the reporting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📥 Export Data: Download reports in various formats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User Interface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Modern and intuitive design elements: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🎨 Professional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Clean and modern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Responsive on all devices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Industry-standard color scheme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⚙️ Navigation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Sidebar menu for quick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Breadcrumb navigation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Quick action buttons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📱 Mobile-Friendly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Touch-optimized buttons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Responsive layouts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715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• Fast loading times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Security &amp; Data Protection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🔒 Encrypted Passwords: All user passwords are securely encrypted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🔐 Authentication: Secure login system with session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👤 Role-Based Access: Features restricted based on user 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📊 Data Integrity: Consistent database with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🛡️ HTTPS: Secure communication between client and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📝 Audit Logs: Track user activities and changes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Key Production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Data points monitored in the system: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Production 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Total units produced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Cycle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Time per production cycle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32004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Air Flow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Quality measurement 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32004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Assembly Height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Dimension verification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Press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Top &amp; bottom press duration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56032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Hold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Pressure hold duration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Getting Started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Step-by-step guide: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1️⃣ Access the Application: Open the web browser and navigate to the application URL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2️⃣ Login or Register: Use existing credentials or create a new account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3️⃣ Review Dashboard: Check production overview and key 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4️⃣ Monitor Real-time Data: View live equipment data on the realtimedata page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5️⃣ Generate Reports: Create custom reports for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6️⃣ Download &amp; Export: Save reports for offline access or sharing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Key Takeaways: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Comprehensive production monitoring and analytics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Role-based access control for secure data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Real-time data visualization with advanced reporting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User-friendly interface for easy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Scalable and secure system for manufacturing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For support, contact: admin@filtrex.local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2026-02-23T09:51:30Z</dcterms:created>
  <dcterms:modified xsi:type="dcterms:W3CDTF">2026-02-23T09:51:30Z</dcterms:modified>
</cp:coreProperties>
</file>